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</a:rPr>
              <a:t>🐟  Deep Ocean Fish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697480"/>
            <a:ext cx="1078992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AAAAA"/>
                </a:solidFill>
                <a:latin typeface="Segoe UI"/>
              </a:rPr>
              <a:t>A Progressive Web Application digitizing wholesale fish market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794760"/>
            <a:ext cx="1463040" cy="411480"/>
          </a:xfrm>
          <a:prstGeom prst="rect">
            <a:avLst/>
          </a:prstGeom>
          <a:solidFill>
            <a:srgbClr val="1A1A1A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822191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Segoe UI"/>
              </a:rPr>
              <a:t>Next.js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794760"/>
            <a:ext cx="1463040" cy="411480"/>
          </a:xfrm>
          <a:prstGeom prst="rect">
            <a:avLst/>
          </a:prstGeom>
          <a:solidFill>
            <a:srgbClr val="1A1A1A"/>
          </a:solidFill>
          <a:ln w="1524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3822191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A3"/>
                </a:solidFill>
                <a:latin typeface="Segoe UI"/>
              </a:rPr>
              <a:t>Express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3794760"/>
            <a:ext cx="1463040" cy="411480"/>
          </a:xfrm>
          <a:prstGeom prst="rect">
            <a:avLst/>
          </a:prstGeom>
          <a:solidFill>
            <a:srgbClr val="1A1A1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9352" y="3822191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  <a:latin typeface="Segoe UI"/>
              </a:rPr>
              <a:t>MySQL +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3794760"/>
            <a:ext cx="1463040" cy="411480"/>
          </a:xfrm>
          <a:prstGeom prst="rect">
            <a:avLst/>
          </a:prstGeom>
          <a:solidFill>
            <a:srgbClr val="1A1A1A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3822191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FF"/>
                </a:solidFill>
                <a:latin typeface="Segoe UI"/>
              </a:rPr>
              <a:t>PWA 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Anthony Hadin  ·  Full-Stack PWA  · 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36576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▸  Fish markets rely entirely on paper ledgers — error-prone and slow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▸  No real-time visibility into daily sales, expenses, or profit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5681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▸  Agents &amp; owners are disconnected — no shared live 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40864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▸  Offline environments (poor connectivity) are completely unsupported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▸  Manual salary &amp; payroll tracking leads to frequent disputes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▸  No audit trail or PDF invoice generation for buyers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983480"/>
            <a:ext cx="107899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4748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egoe UI"/>
              </a:rPr>
              <a:t>🎯  Goal: Replace paper-based workflows with a resilient, offline-first digital system.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27432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3566160" cy="5212080"/>
          </a:xfrm>
          <a:prstGeom prst="rect">
            <a:avLst/>
          </a:prstGeom>
          <a:solidFill>
            <a:srgbClr val="1A1A1A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egoe UI"/>
              </a:rPr>
              <a:t>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19072"/>
            <a:ext cx="329184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Next.js 16  (React 19)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Tailwind CSS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4261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Framer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2666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Axios + IndexedDB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jsPDF  ·  Lucide Icons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9475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@react-oauth/google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0287" y="1170432"/>
            <a:ext cx="3566160" cy="5212080"/>
          </a:xfrm>
          <a:prstGeom prst="rect">
            <a:avLst/>
          </a:prstGeom>
          <a:solidFill>
            <a:srgbClr val="1A1A1A"/>
          </a:solidFill>
          <a:ln w="1524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7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A3"/>
                </a:solidFill>
                <a:latin typeface="Segoe UI"/>
              </a:rPr>
              <a:t>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27447" y="1719072"/>
            <a:ext cx="3291840" cy="25400"/>
          </a:xfrm>
          <a:prstGeom prst="rect">
            <a:avLst/>
          </a:prstGeom>
          <a:solidFill>
            <a:srgbClr val="00F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7" y="187451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Node.js v20 + Express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225856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MySQL 8  (mysql2)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7" y="264261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Redis 7  (ioredis)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7" y="302666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JWT HttpOnly cookies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7" y="341071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Helmet  ·  Rate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7" y="379475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Web Push  ·  PM2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94774" y="1170432"/>
            <a:ext cx="3566160" cy="5212080"/>
          </a:xfrm>
          <a:prstGeom prst="rect">
            <a:avLst/>
          </a:prstGeom>
          <a:solidFill>
            <a:srgbClr val="1A1A1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1934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A500"/>
                </a:solidFill>
                <a:latin typeface="Segoe UI"/>
              </a:rPr>
              <a:t>Testing/Ops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31934" y="1719072"/>
            <a:ext cx="3291840" cy="25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1934" y="187451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Playwright  (E2E)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1934" y="225856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Vitest  ·  Supertest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4" y="264261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Sentry  (observability)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4" y="302666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GitHub Actions CI/CD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1934" y="341071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Docker Compose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4" y="379475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  Vercel  ·  VPS/PM2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45720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80160"/>
            <a:ext cx="22860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Browser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Service Worker
+ IndexedDB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280160"/>
            <a:ext cx="22860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441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Next.js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React 19 · Tailwind
Framer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280160"/>
            <a:ext cx="22860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3441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Segoe UI"/>
              </a:rPr>
              <a:t>Express 5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JWT Middleware
Helmet · Rate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60" y="1280160"/>
            <a:ext cx="22860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4416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Segoe UI"/>
              </a:rPr>
              <a:t>Auth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7373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Google OAuth
Bcrypt · Denylist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176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44444"/>
                </a:solidFill>
                <a:latin typeface="Segoe U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76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44444"/>
                </a:solidFill>
                <a:latin typeface="Segoe U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834640"/>
            <a:ext cx="22860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00F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8986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FFA3"/>
                </a:solidFill>
                <a:latin typeface="Segoe UI"/>
              </a:rPr>
              <a:t>MySQL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291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Sales · Boats
Users · Salaries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2834640"/>
            <a:ext cx="228600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898648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Segoe UI"/>
              </a:rPr>
              <a:t>Redis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291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Token Denylist
Cache · Queues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2834640"/>
            <a:ext cx="1920240" cy="914400"/>
          </a:xfrm>
          <a:prstGeom prst="rect">
            <a:avLst/>
          </a:prstGeom>
          <a:solidFill>
            <a:srgbClr val="1A1A1A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898648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  <a:latin typeface="Segoe UI"/>
              </a:rPr>
              <a:t>Web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AA"/>
                </a:solidFill>
                <a:latin typeface="Segoe UI"/>
              </a:rPr>
              <a:t>Push Notifications
VAPID Keys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166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FFA3"/>
                </a:solidFill>
                <a:latin typeface="Segoe UI"/>
              </a:rPr>
              <a:t>⚡ Offline: mutations queued in IndexedDB → Service Worker syncs on reconnect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Folder Structure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45720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11247120" cy="5303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07008"/>
            <a:ext cx="1097280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A3"/>
                </a:solidFill>
                <a:latin typeface="Consolas"/>
              </a:rPr>
              <a:t>FISH_MARKET/
├── client/                   → Next.js 16 PWA Frontend
│   ├── src/app/(auth)/        → Login · Register · Forgot password
│   ├── src/app/(dashboard)/   → Owner dashboard · Agent dashboard
│   ├── src/app/customer/      → Buyer portal
│   ├── src/contexts/          → Auth · Language · Notifications
│   ├── src/components/        → UI primitives · VoiceInput
│   └── public/sw.js           → Service Worker (offline sync)
│
├── server/                   → Express 5 REST API
│   ├── src/routes/            → auth / boats / sales / salaries
│   ├── src/middleware/         → JWT auth · rate limiting
│   └── src/db/                → MySQL pool · Redis client
│
├── tests/                    → Playwright E2E suite
├── shared/                   → Types shared by client &amp; server
├── docker-compose.yml         → MySQL + Redis local environment
└── .github/workflows/         → CI/CD (lint → test → build → deploy)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27432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3364992" cy="2029968"/>
          </a:xfrm>
          <a:prstGeom prst="rect">
            <a:avLst/>
          </a:prstGeom>
          <a:solidFill>
            <a:srgbClr val="1A1A1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2618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🌐  PWA + Offline-First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8" y="1700784"/>
            <a:ext cx="3145536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Installable on mobile/desktop. SW caches shell &amp; queues mutations in IndexedDB for sync on reconnect.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1170432"/>
            <a:ext cx="3364992" cy="2029968"/>
          </a:xfrm>
          <a:prstGeom prst="rect">
            <a:avLst/>
          </a:prstGeom>
          <a:solidFill>
            <a:srgbClr val="1A1A1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4256" y="12618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🎙  Voice Commerce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700784"/>
            <a:ext cx="3145536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1737360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Hands-free voice input with Tamil number parsing &amp; Voice Queue for busy market environments.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63256" y="1170432"/>
            <a:ext cx="3364992" cy="2029968"/>
          </a:xfrm>
          <a:prstGeom prst="rect">
            <a:avLst/>
          </a:prstGeom>
          <a:solidFill>
            <a:srgbClr val="1A1A1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1261872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🔐  Role-Based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72984" y="1700784"/>
            <a:ext cx="3145536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2984" y="1737360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3 distinct roles: Owner, Agent, Buyer — isolated dashboards with middleware-guarded routes.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29000"/>
            <a:ext cx="3364992" cy="2029968"/>
          </a:xfrm>
          <a:prstGeom prst="rect">
            <a:avLst/>
          </a:prstGeom>
          <a:solidFill>
            <a:srgbClr val="1A1A1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52044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📊  Live 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" y="3959352"/>
            <a:ext cx="3145536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995928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Daily/weekly sales trends, boat performance charts, net profit across boats with PDF export.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3429000"/>
            <a:ext cx="3364992" cy="2029968"/>
          </a:xfrm>
          <a:prstGeom prst="rect">
            <a:avLst/>
          </a:prstGeom>
          <a:solidFill>
            <a:srgbClr val="1A1A1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352044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💰  Payroll Manager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4256" y="3959352"/>
            <a:ext cx="3145536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3995928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Track staff salaries, advances &amp; deductions — all subtracted automatically from net profit.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63256" y="3429000"/>
            <a:ext cx="3364992" cy="2029968"/>
          </a:xfrm>
          <a:prstGeom prst="rect">
            <a:avLst/>
          </a:prstGeom>
          <a:solidFill>
            <a:srgbClr val="1A1A1A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2984" y="3520440"/>
            <a:ext cx="31455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Segoe UI"/>
              </a:rPr>
              <a:t>🔔  Push Notifications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2984" y="3959352"/>
            <a:ext cx="3145536" cy="127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2984" y="3995928"/>
            <a:ext cx="31455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Web Push (VAPID) alerts owners &amp; agents on pending boat-link requests &amp; critical events.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27432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417320"/>
            <a:ext cx="612648" cy="6126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35608"/>
            <a:ext cx="612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084831"/>
            <a:ext cx="1828800" cy="26060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Open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96896"/>
            <a:ext cx="16459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PWA loads via SW.
Shell served from
cache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417320"/>
            <a:ext cx="612648" cy="6126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1435608"/>
            <a:ext cx="612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Segoe U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2084831"/>
            <a:ext cx="1828800" cy="26060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2176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Login / OAuth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5768" y="2596896"/>
            <a:ext cx="16459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2697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JWT cookie set.
Role decoded →
route redirect.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02936" y="1417320"/>
            <a:ext cx="612648" cy="6126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2936" y="1435608"/>
            <a:ext cx="612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Segoe U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54296" y="2084831"/>
            <a:ext cx="1828800" cy="26060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2176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Record Sale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45736" y="2596896"/>
            <a:ext cx="16459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45736" y="2697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Agent enters sale
via UI or hands-free
voice input.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417320"/>
            <a:ext cx="612648" cy="6126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1435608"/>
            <a:ext cx="612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Segoe U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84264" y="2084831"/>
            <a:ext cx="1828800" cy="26060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75704" y="2176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API Request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75704" y="2596896"/>
            <a:ext cx="16459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75704" y="2697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Axios POSTs to
Express. JWT cookie
auto-attached.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3064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2872" y="1417320"/>
            <a:ext cx="612648" cy="6126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1435608"/>
            <a:ext cx="612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Segoe UI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4232" y="2084831"/>
            <a:ext cx="1828800" cy="26060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05672" y="2176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Persist to 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05672" y="2596896"/>
            <a:ext cx="16459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05672" y="2697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MySQL stores data.
Redis updates
atomic totals.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43032" y="3063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92840" y="1417320"/>
            <a:ext cx="612648" cy="61264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92840" y="1435608"/>
            <a:ext cx="612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0D0D"/>
                </a:solidFill>
                <a:latin typeface="Segoe UI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44200" y="2084831"/>
            <a:ext cx="1828800" cy="260604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5640" y="217627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Owner Views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835640" y="2596896"/>
            <a:ext cx="1645920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835640" y="2697480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Segoe UI"/>
              </a:rPr>
              <a:t>Dashboard fetches
aggregated reports
in real time.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02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FFA3"/>
                </a:solidFill>
                <a:latin typeface="Segoe UI"/>
              </a:rPr>
              <a:t>⚡ If OFFLINE at step 3:  mutation saved to IndexedDB → SW syncs automatically on reconnect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45720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1247120" cy="1572768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egoe UI"/>
              </a:rPr>
              <a:t>🔄  Offline Sync Race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080"/>
                </a:solidFill>
                <a:latin typeface="Segoe UI"/>
              </a:rPr>
              <a:t>Problem: Queued mutations could conflict on sync, corrupting daily totals.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A3"/>
                </a:solidFill>
                <a:latin typeface="Segoe UI"/>
              </a:rPr>
              <a:t>Solution: Atomic Redis INCRBY counters + idempotency keys make every mutation safe to replay. SW processes IndexedDB queue sequentially.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926080"/>
            <a:ext cx="11247120" cy="1572768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egoe UI"/>
              </a:rPr>
              <a:t>🔐  JWT Refresh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080"/>
                </a:solidFill>
                <a:latin typeface="Segoe UI"/>
              </a:rPr>
              <a:t>Problem: Concurrent 401s from multiple tabs triggered multiple token-refresh calls, causing race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A3"/>
                </a:solidFill>
                <a:latin typeface="Segoe UI"/>
              </a:rPr>
              <a:t>Solution: Module-level refreshPromise deduplication: first 401 starts the refresh; all others await the same promise. Retry on success, dispatch auth:unauthorized on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663440"/>
            <a:ext cx="11247120" cy="1572768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36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egoe UI"/>
              </a:rPr>
              <a:t>🎭  Playwright Test Flakiness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1389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080"/>
                </a:solidFill>
                <a:latin typeface="Segoe UI"/>
              </a:rPr>
              <a:t>Problem: E2E tests intermittently failed (429 / 404) due to real network calls and timing issues.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32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FFA3"/>
                </a:solidFill>
                <a:latin typeface="Segoe UI"/>
              </a:rPr>
              <a:t>Solution: Centralised page.route() API mocking + server health-check polling before tests. Visual regression snapshots with DPR normalisation committed to repo.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Demo /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36576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3310128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70432"/>
            <a:ext cx="3310128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30552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Segoe UI"/>
              </a:rPr>
              <a:t>[ Login Page ]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170432"/>
            <a:ext cx="3310128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170432"/>
            <a:ext cx="3310128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130552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Segoe UI"/>
              </a:rPr>
              <a:t>[ Owner Dashboard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170432"/>
            <a:ext cx="3310128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1170432"/>
            <a:ext cx="3310128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130552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Segoe UI"/>
              </a:rPr>
              <a:t>[ Agent Dashboard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03320"/>
            <a:ext cx="3310128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703320"/>
            <a:ext cx="3310128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Segoe UI"/>
              </a:rPr>
              <a:t>[ Sales Entry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3703320"/>
            <a:ext cx="3310128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3703320"/>
            <a:ext cx="3310128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66344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Segoe UI"/>
              </a:rPr>
              <a:t>[ PDF Invoice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703320"/>
            <a:ext cx="3310128" cy="2331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3703320"/>
            <a:ext cx="3310128" cy="254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663440"/>
            <a:ext cx="33101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4444"/>
                </a:solidFill>
                <a:latin typeface="Segoe UI"/>
              </a:rPr>
              <a:t>[ Mobile PWA View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87552"/>
            <a:ext cx="2743200" cy="381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11247120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📱  Native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5331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React Native/Expo wrapper for iOS &amp; Android distribution.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11247120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🤖  AI Price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LSTM/ARIMA model to forecast daily fish prices from historical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44368"/>
            <a:ext cx="11247120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358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🌐  Multi-Market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03580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Multi-tenant architecture to serve multiple independent markets.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85616"/>
            <a:ext cx="11247120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770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💳  UPI Payment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87705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Direct UPI integration so buyers can pay in-app.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26864"/>
            <a:ext cx="11247120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1830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📦  Inventory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1830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Track stock levels, catch arrivals, and wastage per boat.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468112"/>
            <a:ext cx="11247120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5595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  <a:latin typeface="Segoe UI"/>
              </a:rPr>
              <a:t>🌍  Multilingual Expansion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5595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Segoe UI"/>
              </a:rPr>
              <a:t>Extend voice &amp; UI beyond Tamil → Malayalam, Telugu, Kannada.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73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4444"/>
                </a:solidFill>
                <a:latin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531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3048" y="2633472"/>
            <a:ext cx="4572000" cy="50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8892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8FF"/>
                </a:solidFill>
                <a:latin typeface="Segoe UI"/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77639"/>
            <a:ext cx="8531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AAAA"/>
                </a:solidFill>
                <a:latin typeface="Segoe UI"/>
              </a:rPr>
              <a:t>Deep Ocean Fish Market  ·  Anthony Hadin  ·  Full-Stack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FFA3"/>
                </a:solidFill>
                <a:latin typeface="Segoe UI"/>
              </a:rPr>
              <a:t>github.com/anthonyhadin-coder/FISH_MARKET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Segoe UI"/>
              </a:rPr>
              <a:t>Built with ❤️  using Next.js · Express · MySQL · Redis · Playwright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